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agentic-ai-azure-week10-observability</a:t>
            </a:r>
          </a:p>
          <a:p>
            <a:r>
              <a:rPr sz="1600">
                <a:solidFill>
                  <a:srgbClr val="FFFFFF"/>
                </a:solidFill>
              </a:rPr>
              <a:t>Week 10 · Observability, Evaluation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Trace every interaction end-to-end</a:t>
            </a:r>
          </a:p>
          <a:p>
            <a:r>
              <a:rPr sz="1800">
                <a:solidFill>
                  <a:srgbClr val="202020"/>
                </a:solidFill>
              </a:rPr>
              <a:t>Evaluate quality (groundedness, relevance, safety)</a:t>
            </a:r>
          </a:p>
          <a:p>
            <a:r>
              <a:rPr sz="1800">
                <a:solidFill>
                  <a:srgbClr val="202020"/>
                </a:solidFill>
              </a:rPr>
              <a:t>Flag drops and feed a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Regulated Advice Quality Monitoring</a:t>
            </a:r>
          </a:p>
          <a:p>
            <a:r>
              <a:rPr sz="1800">
                <a:solidFill>
                  <a:srgbClr val="202020"/>
                </a:solidFill>
              </a:rPr>
              <a:t>Every answer is traced and scored</a:t>
            </a:r>
          </a:p>
          <a:p>
            <a:r>
              <a:rPr sz="1800">
                <a:solidFill>
                  <a:srgbClr val="202020"/>
                </a:solidFill>
              </a:rPr>
              <a:t>Auditors review a quality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Per-request trace id + span (OpenTelemetry)</a:t>
            </a:r>
          </a:p>
          <a:p>
            <a:r>
              <a:rPr sz="1800">
                <a:solidFill>
                  <a:srgbClr val="202020"/>
                </a:solidFill>
              </a:rPr>
              <a:t>Eval scoring of each answer</a:t>
            </a:r>
          </a:p>
          <a:p>
            <a:r>
              <a:rPr sz="1800">
                <a:solidFill>
                  <a:srgbClr val="202020"/>
                </a:solidFill>
              </a:rPr>
              <a:t>Flag answers below threshold</a:t>
            </a:r>
          </a:p>
          <a:p>
            <a:r>
              <a:rPr sz="1800">
                <a:solidFill>
                  <a:srgbClr val="202020"/>
                </a:solidFill>
              </a:rPr>
              <a:t>Aggregate metrics at /api/v1/metrics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OpenTelemetry → Application Insights (optional)</a:t>
            </a:r>
          </a:p>
          <a:p>
            <a:r>
              <a:rPr sz="1800">
                <a:solidFill>
                  <a:srgbClr val="202020"/>
                </a:solidFill>
              </a:rPr>
              <a:t>Foundry Evaluations in prod; heuristics here</a:t>
            </a:r>
          </a:p>
          <a:p>
            <a:r>
              <a:rPr sz="1800">
                <a:solidFill>
                  <a:srgbClr val="202020"/>
                </a:solidFill>
              </a:rPr>
              <a:t>Offline eval (CI gates) vs. online 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/api/v1/advise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Trace/span per agent hop and tool call</a:t>
            </a:r>
          </a:p>
          <a:p>
            <a:r>
              <a:rPr sz="1800">
                <a:solidFill>
                  <a:srgbClr val="202020"/>
                </a:solidFill>
              </a:rPr>
              <a:t>Golden datasets, A/B prompts, drift detection</a:t>
            </a:r>
          </a:p>
          <a:p>
            <a:r>
              <a:rPr sz="1800">
                <a:solidFill>
                  <a:srgbClr val="202020"/>
                </a:solidFill>
              </a:rPr>
              <a:t>Cost &amp; latency per token / per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