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covers 'agentic-ai-azure-week10-observability' — Week 10 · Observability, Evaluation &amp; Governance. Frame the problem and why it matters, then walk the class through the learning goal, the enterprise use case, the architecture/flow, the key concepts, a live run in VS Code, and the architect's takeaways. The repo runs locally with no Azure, so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[Learning goal] Walk through these talking points:</a:t>
            </a:r>
          </a:p>
          <a:p>
            <a:r>
              <a:t>- Trace every interaction end-to-end</a:t>
            </a:r>
          </a:p>
          <a:p>
            <a:r>
              <a:t>- Evaluate quality (groundedness, relevance, safety)</a:t>
            </a:r>
          </a:p>
          <a:p>
            <a:r>
              <a:t>- Flag drops and feed a dashboard</a:t>
            </a:r>
          </a:p>
          <a:p>
            <a:r>
              <a:t>Ask the class: which of these ideas is new to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[Enterprise use case] Walk through these talking points:</a:t>
            </a:r>
          </a:p>
          <a:p>
            <a:r>
              <a:t>- Regulated Advice Quality Monitoring</a:t>
            </a:r>
          </a:p>
          <a:p>
            <a:r>
              <a:t>- Every answer is traced and scored</a:t>
            </a:r>
          </a:p>
          <a:p>
            <a:r>
              <a:t>- Auditors review a quality dashboard</a:t>
            </a:r>
          </a:p>
          <a:p>
            <a:r>
              <a:t>Tip: relate this to a regulated scenario your students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/ flow] Walk through these talking points:</a:t>
            </a:r>
          </a:p>
          <a:p>
            <a:r>
              <a:t>- Per-request trace id + span (OpenTelemetry)</a:t>
            </a:r>
          </a:p>
          <a:p>
            <a:r>
              <a:t>- Eval scoring of each answer</a:t>
            </a:r>
          </a:p>
          <a:p>
            <a:r>
              <a:t>- Flag answers below threshold</a:t>
            </a:r>
          </a:p>
          <a:p>
            <a:r>
              <a:t>- Aggregate metrics at /api/v1/metrics</a:t>
            </a:r>
          </a:p>
          <a:p>
            <a:r>
              <a:t>Demo: trace a single request through these steps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 concepts] Walk through these talking points:</a:t>
            </a:r>
          </a:p>
          <a:p>
            <a:r>
              <a:t>- OpenTelemetry → Application Insights (optional)</a:t>
            </a:r>
          </a:p>
          <a:p>
            <a:r>
              <a:t>- Foundry Evaluations in prod; heuristics here</a:t>
            </a:r>
          </a:p>
          <a:p>
            <a:r>
              <a:t>- Offline eval (CI gates) vs. online sampling</a:t>
            </a:r>
          </a:p>
          <a:p>
            <a:r>
              <a:t>Open the named file in the repo while you explain each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[Run it (VS Code — no Azure needed)] Walk through these talking points:</a:t>
            </a:r>
          </a:p>
          <a:p>
            <a:r>
              <a:t>- git clone the repo, then open it in VS Code</a:t>
            </a:r>
          </a:p>
          <a:p>
            <a:r>
              <a:t>- python -m venv .venv  →  activate it</a:t>
            </a:r>
          </a:p>
          <a:p>
            <a:r>
              <a:t>- pip install -r requirements.txt</a:t>
            </a:r>
          </a:p>
          <a:p>
            <a:r>
              <a:t>- uvicorn app.main:app --reload</a:t>
            </a:r>
          </a:p>
          <a:p>
            <a:r>
              <a:t>- Open /docs and call  POST /api/v1/advise</a:t>
            </a:r>
          </a:p>
          <a:p>
            <a:r>
              <a:t>- Runs in MOCK mode — no Azure/keys needed</a:t>
            </a:r>
          </a:p>
          <a:p>
            <a:r>
              <a:t>Do this live: clone → install → run → hit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[Architect's takeaways] Walk through these talking points:</a:t>
            </a:r>
          </a:p>
          <a:p>
            <a:r>
              <a:t>- Trace/span per agent hop and tool call</a:t>
            </a:r>
          </a:p>
          <a:p>
            <a:r>
              <a:t>- Golden datasets, A/B prompts, drift detection</a:t>
            </a:r>
          </a:p>
          <a:p>
            <a:r>
              <a:t>- Cost &amp; latency per token / per tool</a:t>
            </a:r>
          </a:p>
          <a:p>
            <a:r>
              <a:t>Discussion: when would you NOT choose this approach?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agentic-ai-azure-week10-observability</a:t>
            </a:r>
          </a:p>
          <a:p>
            <a:r>
              <a:rPr sz="1600">
                <a:solidFill>
                  <a:srgbClr val="FFFFFF"/>
                </a:solidFill>
              </a:rPr>
              <a:t>Week 10 · Observability, Evaluation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Trace every interaction end-to-end</a:t>
            </a:r>
          </a:p>
          <a:p>
            <a:r>
              <a:rPr sz="1800">
                <a:solidFill>
                  <a:srgbClr val="202020"/>
                </a:solidFill>
              </a:rPr>
              <a:t>Evaluate quality (groundedness, relevance, safety)</a:t>
            </a:r>
          </a:p>
          <a:p>
            <a:r>
              <a:rPr sz="1800">
                <a:solidFill>
                  <a:srgbClr val="202020"/>
                </a:solidFill>
              </a:rPr>
              <a:t>Flag drops and feed a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Regulated Advice Quality Monitoring</a:t>
            </a:r>
          </a:p>
          <a:p>
            <a:r>
              <a:rPr sz="1800">
                <a:solidFill>
                  <a:srgbClr val="202020"/>
                </a:solidFill>
              </a:rPr>
              <a:t>Every answer is traced and scored</a:t>
            </a:r>
          </a:p>
          <a:p>
            <a:r>
              <a:rPr sz="1800">
                <a:solidFill>
                  <a:srgbClr val="202020"/>
                </a:solidFill>
              </a:rPr>
              <a:t>Auditors review a quality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Per-request trace id + span (OpenTelemetry)</a:t>
            </a:r>
          </a:p>
          <a:p>
            <a:r>
              <a:rPr sz="1800">
                <a:solidFill>
                  <a:srgbClr val="202020"/>
                </a:solidFill>
              </a:rPr>
              <a:t>Eval scoring of each answer</a:t>
            </a:r>
          </a:p>
          <a:p>
            <a:r>
              <a:rPr sz="1800">
                <a:solidFill>
                  <a:srgbClr val="202020"/>
                </a:solidFill>
              </a:rPr>
              <a:t>Flag answers below threshold</a:t>
            </a:r>
          </a:p>
          <a:p>
            <a:r>
              <a:rPr sz="1800">
                <a:solidFill>
                  <a:srgbClr val="202020"/>
                </a:solidFill>
              </a:rPr>
              <a:t>Aggregate metrics at /api/v1/metrics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OpenTelemetry → Application Insights (optional)</a:t>
            </a:r>
          </a:p>
          <a:p>
            <a:r>
              <a:rPr sz="1800">
                <a:solidFill>
                  <a:srgbClr val="202020"/>
                </a:solidFill>
              </a:rPr>
              <a:t>Foundry Evaluations in prod; heuristics here</a:t>
            </a:r>
          </a:p>
          <a:p>
            <a:r>
              <a:rPr sz="1800">
                <a:solidFill>
                  <a:srgbClr val="202020"/>
                </a:solidFill>
              </a:rPr>
              <a:t>Offline eval (CI gates) vs. online sampling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/api/v1/advise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Trace/span per agent hop and tool call</a:t>
            </a:r>
          </a:p>
          <a:p>
            <a:r>
              <a:rPr sz="1800">
                <a:solidFill>
                  <a:srgbClr val="202020"/>
                </a:solidFill>
              </a:rPr>
              <a:t>Golden datasets, A/B prompts, drift detection</a:t>
            </a:r>
          </a:p>
          <a:p>
            <a:r>
              <a:rPr sz="1800">
                <a:solidFill>
                  <a:srgbClr val="202020"/>
                </a:solidFill>
              </a:rPr>
              <a:t>Cost &amp; latency per token / per tool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